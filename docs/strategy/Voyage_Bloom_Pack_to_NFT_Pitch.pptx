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FF1F6B"/>
          </a:solidFill>
          <a:ln w="12700">
            <a:solidFill>
              <a:srgbClr val="FF1F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VOYAGE BLOOM × AUTHICHAIN</a:t>
            </a:r>
            <a:pPr algn="l" indent="0" marL="0">
              <a:buNone/>
            </a:pPr>
            <a:r>
              <a:rPr lang="en-US" sz="9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</a:t>
            </a:r>
            <a:pPr algn="l" indent="0" marL="0">
              <a:buNone/>
            </a:pPr>
            <a:r>
              <a:rPr lang="en-US" sz="9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 GENESIS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8FF38"/>
          </a:solidFill>
          <a:ln w="12700">
            <a:solidFill>
              <a:srgbClr val="E8FF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PACKAGING  →  QRON  →  NFT  →  CINEMATIC STORYMODE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8F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 → NFT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every pouch into a portal.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Phygital collectibles with artistic QRON authenticity, creator royalties, and cinematic product history — built on StrainChain + Polygon.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4754880"/>
            <a:ext cx="2926080" cy="502920"/>
          </a:xfrm>
          <a:prstGeom prst="rect">
            <a:avLst/>
          </a:prstGeom>
          <a:solidFill>
            <a:srgbClr val="FF1F6B"/>
          </a:solidFill>
          <a:ln w="12700">
            <a:solidFill>
              <a:srgbClr val="FF1F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7548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SKUS READY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49040" y="4754880"/>
            <a:ext cx="3291840" cy="502920"/>
          </a:xfrm>
          <a:prstGeom prst="rect">
            <a:avLst/>
          </a:prstGeom>
          <a:solidFill>
            <a:srgbClr val="2A2A2C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47548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F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ZANGRIA HERO PILOT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338560" y="61264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FF1F6B"/>
          </a:solidFill>
          <a:ln w="12700">
            <a:solidFill>
              <a:srgbClr val="FF1F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pPr algn="l" indent="0" marL="0">
              <a:buNone/>
            </a:pPr>
            <a:r>
              <a:rPr lang="en-US" sz="9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</a:t>
            </a:r>
            <a:pPr algn="l" indent="0" marL="0">
              <a:buNone/>
            </a:pPr>
            <a:r>
              <a:rPr lang="en-US" sz="9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 PACKAGING · LOST LOYALTY · FAKES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8FF38"/>
          </a:solidFill>
          <a:ln w="12700">
            <a:solidFill>
              <a:srgbClr val="E8FF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CPG SPENDS ON ART THAT DIES AT THE CASH REGISTER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Beautiful packaging. Zero afterlife.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3520440" cy="3291840"/>
          </a:xfrm>
          <a:prstGeom prst="rect">
            <a:avLst/>
          </a:prstGeom>
          <a:solidFill>
            <a:srgbClr val="2A2A2C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828800"/>
            <a:ext cx="3520440" cy="109728"/>
          </a:xfrm>
          <a:prstGeom prst="rect">
            <a:avLst/>
          </a:prstGeom>
          <a:solidFill>
            <a:srgbClr val="E8FF38"/>
          </a:solidFill>
          <a:ln w="12700">
            <a:solidFill>
              <a:srgbClr val="E8FF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1945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 PACKAGING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310896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 art stops working the moment the bag is empty. No collectibility, no secondary market.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89120" y="1828800"/>
            <a:ext cx="3520440" cy="3291840"/>
          </a:xfrm>
          <a:prstGeom prst="rect">
            <a:avLst/>
          </a:prstGeom>
          <a:solidFill>
            <a:srgbClr val="2A2A2C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1828800"/>
            <a:ext cx="3520440" cy="109728"/>
          </a:xfrm>
          <a:prstGeom prst="rect">
            <a:avLst/>
          </a:prstGeom>
          <a:solidFill>
            <a:srgbClr val="FF1F6B"/>
          </a:solidFill>
          <a:ln w="12700">
            <a:solidFill>
              <a:srgbClr val="FF1F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21945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COUNTERFEIT RISK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17720" y="310896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QR codes clone easily. Consumers cannot prove a unit is real in two seconds.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38160" y="1828800"/>
            <a:ext cx="3520440" cy="3291840"/>
          </a:xfrm>
          <a:prstGeom prst="rect">
            <a:avLst/>
          </a:prstGeom>
          <a:solidFill>
            <a:srgbClr val="2A2A2C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1828800"/>
            <a:ext cx="3520440" cy="109728"/>
          </a:xfrm>
          <a:prstGeom prst="rect">
            <a:avLst/>
          </a:prstGeom>
          <a:solidFill>
            <a:srgbClr val="E8FF38"/>
          </a:solidFill>
          <a:ln w="12700">
            <a:solidFill>
              <a:srgbClr val="E8FF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21945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POST-PURCHASE LOOP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66760" y="310896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Brands lose the relationship after sale. No story, no claim, no reason to buy the next SKU.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338560" y="61264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FF1F6B"/>
          </a:solidFill>
          <a:ln w="12700">
            <a:solidFill>
              <a:srgbClr val="FF1F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pPr algn="l" indent="0" marL="0">
              <a:buNone/>
            </a:pPr>
            <a:r>
              <a:rPr lang="en-US" sz="9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</a:t>
            </a:r>
            <a:pPr algn="l" indent="0" marL="0">
              <a:buNone/>
            </a:pPr>
            <a:r>
              <a:rPr lang="en-US" sz="9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SCAN · FOUR FUNCTIONS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8FF38"/>
          </a:solidFill>
          <a:ln w="12700">
            <a:solidFill>
              <a:srgbClr val="E8FF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AUTHENTICITY  ·  NFT CLAIM  ·  STORYMODE  ·  PERKS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858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once. Own forever.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1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F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pack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Pouch or can with artistic QRON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520440" y="1554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1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20440" y="2103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F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hub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20440" y="26060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batch + serial on ledger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8932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0" y="1554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1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00800" y="2103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F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NFT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26060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or wallet · 1 serial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86968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281160" y="1554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1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281160" y="2103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F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Storymode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281160" y="26060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Cinematic origin · unlock chapters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3749040"/>
            <a:ext cx="10881360" cy="2103120"/>
          </a:xfrm>
          <a:prstGeom prst="rect">
            <a:avLst/>
          </a:prstGeom>
          <a:solidFill>
            <a:srgbClr val="2A2A2C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977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1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STORYMODE = FIRST-CLASS QRON FUNCTION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448056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0 plays free — no wallet. Claiming the NFT unlocks origin, conflict, and resolution chapters. Same scan hub as authenticity. Same code as collectible. Product history becomes entertainment.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338560" y="61264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FF1F6B"/>
          </a:solidFill>
          <a:ln w="12700">
            <a:solidFill>
              <a:srgbClr val="FF1F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</a:t>
            </a:r>
            <a:pPr algn="l" indent="0" marL="0">
              <a:buNone/>
            </a:pPr>
            <a:r>
              <a:rPr lang="en-US" sz="9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</a:t>
            </a:r>
            <a:pPr algn="l" indent="0" marL="0">
              <a:buNone/>
            </a:pPr>
            <a:r>
              <a:rPr lang="en-US" sz="9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VOYAGE BLOOM PACK GENESIS · 10 SKUS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8FF38"/>
          </a:solidFill>
          <a:ln w="12700">
            <a:solidFill>
              <a:srgbClr val="E8FF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PILOT: ZANGRIA · SLURMZ · GREASI LEMON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Meme-grade packaging. Ready to mint.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325880"/>
            <a:ext cx="5486400" cy="658368"/>
          </a:xfrm>
          <a:prstGeom prst="rect">
            <a:avLst/>
          </a:prstGeom>
          <a:solidFill>
            <a:srgbClr val="2A2A2C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3990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Zangria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65506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 Mint GSC × Zkittles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103120"/>
            <a:ext cx="5486400" cy="658368"/>
          </a:xfrm>
          <a:prstGeom prst="rect">
            <a:avLst/>
          </a:prstGeom>
          <a:solidFill>
            <a:srgbClr val="2A2A2C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1762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Slurmz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243230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· Highly Potent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880360"/>
            <a:ext cx="5486400" cy="658368"/>
          </a:xfrm>
          <a:prstGeom prst="rect">
            <a:avLst/>
          </a:prstGeom>
          <a:solidFill>
            <a:srgbClr val="2A2A2C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9535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Greasi Lemon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320954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Gas-mask citrus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5486400" cy="658368"/>
          </a:xfrm>
          <a:prstGeom prst="rect">
            <a:avLst/>
          </a:prstGeom>
          <a:solidFill>
            <a:srgbClr val="2A2A2C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7307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Cream Smoothie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398678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Gelonade × C.R.E.A.M.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434840"/>
            <a:ext cx="5486400" cy="658368"/>
          </a:xfrm>
          <a:prstGeom prst="rect">
            <a:avLst/>
          </a:prstGeom>
          <a:solidFill>
            <a:srgbClr val="2A2A2C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5079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Fruit Stand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476402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Gelonade × Zangria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0" y="1325880"/>
            <a:ext cx="5486400" cy="658368"/>
          </a:xfrm>
          <a:prstGeom prst="rect">
            <a:avLst/>
          </a:prstGeom>
          <a:solidFill>
            <a:srgbClr val="2A2A2C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13990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Permanent Marker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83680" y="165506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Biscotti × Sherb × Jealousy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0" y="2103120"/>
            <a:ext cx="5486400" cy="658368"/>
          </a:xfrm>
          <a:prstGeom prst="rect">
            <a:avLst/>
          </a:prstGeom>
          <a:solidFill>
            <a:srgbClr val="2A2A2C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21762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Watermelon Zmartini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83680" y="243230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Lab 88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0" y="2880360"/>
            <a:ext cx="5486400" cy="658368"/>
          </a:xfrm>
          <a:prstGeom prst="rect">
            <a:avLst/>
          </a:prstGeom>
          <a:solidFill>
            <a:srgbClr val="2A2A2C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29535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Cherry Expo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583680" y="320954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Pistachio Gelato × Rainbow Beltz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0" y="3657600"/>
            <a:ext cx="5486400" cy="658368"/>
          </a:xfrm>
          <a:prstGeom prst="rect">
            <a:avLst/>
          </a:prstGeom>
          <a:solidFill>
            <a:srgbClr val="2A2A2C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37307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Crunch Berries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583680" y="398678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Pirate voyage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0" y="4434840"/>
            <a:ext cx="5486400" cy="658368"/>
          </a:xfrm>
          <a:prstGeom prst="rect">
            <a:avLst/>
          </a:prstGeom>
          <a:solidFill>
            <a:srgbClr val="2A2A2C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0" y="45079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Cherry Popperz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583680" y="476402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Premiere night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338560" y="61264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FF1F6B"/>
          </a:solidFill>
          <a:ln w="12700">
            <a:solidFill>
              <a:srgbClr val="FF1F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pPr algn="l" indent="0" marL="0">
              <a:buNone/>
            </a:pPr>
            <a:r>
              <a:rPr lang="en-US" sz="9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</a:t>
            </a:r>
            <a:pPr algn="l" indent="0" marL="0">
              <a:buNone/>
            </a:pPr>
            <a:r>
              <a:rPr lang="en-US" sz="9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BUILT ON AUTHICHAIN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8FF38"/>
          </a:solidFill>
          <a:ln w="12700">
            <a:solidFill>
              <a:srgbClr val="E8FF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POLYGON NFT  ·  QRON ART  ·  STRAINCHAIN  ·  SUPABASE LEDGER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914400"/>
            <a:ext cx="1463040" cy="914400"/>
          </a:xfrm>
          <a:prstGeom prst="rect">
            <a:avLst/>
          </a:prstGeom>
          <a:solidFill>
            <a:srgbClr val="FF1F6B"/>
          </a:solidFill>
          <a:ln w="12700">
            <a:solidFill>
              <a:srgbClr val="FF1F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9144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86000" y="914400"/>
            <a:ext cx="9235440" cy="914400"/>
          </a:xfrm>
          <a:prstGeom prst="rect">
            <a:avLst/>
          </a:prstGeom>
          <a:solidFill>
            <a:srgbClr val="2A2A2C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9144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Artistic scannable codes · ControlNet · editable redirects · analytics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057400"/>
            <a:ext cx="1463040" cy="914400"/>
          </a:xfrm>
          <a:prstGeom prst="rect">
            <a:avLst/>
          </a:prstGeom>
          <a:solidFill>
            <a:srgbClr val="E8FF38"/>
          </a:solidFill>
          <a:ln w="12700">
            <a:solidFill>
              <a:srgbClr val="E8FF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0574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286000" y="2057400"/>
            <a:ext cx="9235440" cy="914400"/>
          </a:xfrm>
          <a:prstGeom prst="rect">
            <a:avLst/>
          </a:prstGeom>
          <a:solidFill>
            <a:srgbClr val="2A2A2C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20574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/v/vb/{sku}/{batch}/{serial} · Verify · Storymode · Claim tabs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3200400"/>
            <a:ext cx="1463040" cy="914400"/>
          </a:xfrm>
          <a:prstGeom prst="rect">
            <a:avLst/>
          </a:prstGeom>
          <a:solidFill>
            <a:srgbClr val="FF1F6B"/>
          </a:solidFill>
          <a:ln w="12700">
            <a:solidFill>
              <a:srgbClr val="FF1F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2004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286000" y="3200400"/>
            <a:ext cx="9235440" cy="914400"/>
          </a:xfrm>
          <a:prstGeom prst="rect">
            <a:avLst/>
          </a:prstGeom>
          <a:solidFill>
            <a:srgbClr val="2A2A2C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0" y="32004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AuthiChainNFT (Polygon) · serial-bound · EIP-2981 royalties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4343400"/>
            <a:ext cx="1463040" cy="914400"/>
          </a:xfrm>
          <a:prstGeom prst="rect">
            <a:avLst/>
          </a:prstGeom>
          <a:solidFill>
            <a:srgbClr val="E8FF38"/>
          </a:solidFill>
          <a:ln w="12700">
            <a:solidFill>
              <a:srgbClr val="E8FF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3434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286000" y="4343400"/>
            <a:ext cx="9235440" cy="914400"/>
          </a:xfrm>
          <a:prstGeom prst="rect">
            <a:avLst/>
          </a:prstGeom>
          <a:solidFill>
            <a:srgbClr val="2A2A2C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0" y="43434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Cinematic player · chapter unlocks · 9:16 mobile-first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338560" y="61264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FF1F6B"/>
          </a:solidFill>
          <a:ln w="12700">
            <a:solidFill>
              <a:srgbClr val="FF1F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</a:t>
            </a:r>
            <a:pPr algn="l" indent="0" marL="0">
              <a:buNone/>
            </a:pPr>
            <a:r>
              <a:rPr lang="en-US" sz="9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</a:t>
            </a:r>
            <a:pPr algn="l" indent="0" marL="0">
              <a:buNone/>
            </a:pPr>
            <a:r>
              <a:rPr lang="en-US" sz="9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UPLIFT + ROYALTIES + PLATFORM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8FF38"/>
          </a:solidFill>
          <a:ln w="12700">
            <a:solidFill>
              <a:srgbClr val="E8FF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ARTIST 4%  ·  BRAND 3%  ·  PLATFORM 1%  ON SECONDARY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85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revenue engines, one pouch.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3566160" cy="3474720"/>
          </a:xfrm>
          <a:prstGeom prst="rect">
            <a:avLst/>
          </a:prstGeom>
          <a:solidFill>
            <a:srgbClr val="2A2A2C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737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1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F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uplift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31089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Collectors buy more SKUs for the set. Free NFT with purchase bootstraps claims.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89120" y="1463040"/>
            <a:ext cx="3566160" cy="3474720"/>
          </a:xfrm>
          <a:prstGeom prst="rect">
            <a:avLst/>
          </a:prstGeom>
          <a:solidFill>
            <a:srgbClr val="2A2A2C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737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1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772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F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/ secondary NFT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17720" y="31089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paid rares. Automatic royalties forever on resale.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38160" y="1463040"/>
            <a:ext cx="3566160" cy="3474720"/>
          </a:xfrm>
          <a:prstGeom prst="rect">
            <a:avLst/>
          </a:prstGeom>
          <a:solidFill>
            <a:srgbClr val="2A2A2C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1737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1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6676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F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fees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66760" y="31089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QRON generation + analytics tiers + white-label Pack-to-NFT SaaS.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338560" y="61264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FF1F6B"/>
          </a:solidFill>
          <a:ln w="12700">
            <a:solidFill>
              <a:srgbClr val="FF1F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pPr algn="l" indent="0" marL="0">
              <a:buNone/>
            </a:pPr>
            <a:r>
              <a:rPr lang="en-US" sz="9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</a:t>
            </a:r>
            <a:pPr algn="l" indent="0" marL="0">
              <a:buNone/>
            </a:pPr>
            <a:r>
              <a:rPr lang="en-US" sz="9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500–2,000 UNITS · 3 HERO SKUS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8FF38"/>
          </a:solidFill>
          <a:ln w="12700">
            <a:solidFill>
              <a:srgbClr val="E8FF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HUB: strainchain.io/v/vb/zangria/demo/00001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85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a live scan experience.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3566160" cy="1645920"/>
          </a:xfrm>
          <a:prstGeom prst="rect">
            <a:avLst/>
          </a:prstGeom>
          <a:solidFill>
            <a:srgbClr val="2A2A2C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00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F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&gt;95%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2296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SUCCESS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371600"/>
            <a:ext cx="3566160" cy="1645920"/>
          </a:xfrm>
          <a:prstGeom prst="rect">
            <a:avLst/>
          </a:prstGeom>
          <a:solidFill>
            <a:srgbClr val="2A2A2C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600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F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&gt;40%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57200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CH.0 COMPLETE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1371600"/>
            <a:ext cx="3566160" cy="1645920"/>
          </a:xfrm>
          <a:prstGeom prst="rect">
            <a:avLst/>
          </a:prstGeom>
          <a:solidFill>
            <a:srgbClr val="2A2A2C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600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F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&gt;15%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832104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NFT CLAIM RATE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383280"/>
            <a:ext cx="10881360" cy="2377440"/>
          </a:xfrm>
          <a:prstGeom prst="rect">
            <a:avLst/>
          </a:prstGeom>
          <a:solidFill>
            <a:srgbClr val="2A2A2C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657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1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PATH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411480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Scan demo QRON (or open hub URL) → 2) Verify tab shows authentic Zangria → 3) Play Storymode Ch.0 free → 4) Claim demo NFT → 5) Unlock remaining chapters.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338560" y="61264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FF1F6B"/>
          </a:solidFill>
          <a:ln w="12700">
            <a:solidFill>
              <a:srgbClr val="FF1F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pPr algn="l" indent="0" marL="0">
              <a:buNone/>
            </a:pPr>
            <a:r>
              <a:rPr lang="en-US" sz="9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</a:t>
            </a:r>
            <a:pPr algn="l" indent="0" marL="0">
              <a:buNone/>
            </a:pPr>
            <a:r>
              <a:rPr lang="en-US" sz="9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COMMITMENT · WHITE-LABEL PATH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8FF38"/>
          </a:solidFill>
          <a:ln w="12700">
            <a:solidFill>
              <a:srgbClr val="E8FF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AUTHICHAIN  ·  STRAINCHAIN  ·  QRON  ·  21+ COLLECTIBLE ART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7315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immortalize the pack.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137160" cy="1005840"/>
          </a:xfrm>
          <a:prstGeom prst="rect">
            <a:avLst/>
          </a:prstGeom>
          <a:solidFill>
            <a:srgbClr val="FF1F6B"/>
          </a:solidFill>
          <a:ln w="12700">
            <a:solidFill>
              <a:srgbClr val="FF1F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F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SKU commitment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1965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Zangria + 2 more · print QRONs · free claim NFTs · Ch.0 trailer live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788920"/>
            <a:ext cx="137160" cy="1005840"/>
          </a:xfrm>
          <a:prstGeom prst="rect">
            <a:avLst/>
          </a:prstGeom>
          <a:solidFill>
            <a:srgbClr val="FF1F6B"/>
          </a:solidFill>
          <a:ln w="12700">
            <a:solidFill>
              <a:srgbClr val="FF1F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88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F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license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3200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Packaging artist + brand rights for NFT + Storymode credits forever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023360"/>
            <a:ext cx="137160" cy="1005840"/>
          </a:xfrm>
          <a:prstGeom prst="rect">
            <a:avLst/>
          </a:prstGeom>
          <a:solidFill>
            <a:srgbClr val="FF1F6B"/>
          </a:solidFill>
          <a:ln w="12700">
            <a:solidFill>
              <a:srgbClr val="FF1F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023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F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4434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Redemption rate, story completion, secondary interest — 90-day review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338560" y="61264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Voyage Bloom — Pack to NFT + Cinematic Storymode</dc:title>
  <dc:subject>Phygital packaging collectibles pitch</dc:subject>
  <dc:creator>AuthiChain / StrainChain / QRON</dc:creator>
  <cp:lastModifiedBy>AuthiChain / StrainChain / QRON</cp:lastModifiedBy>
  <cp:revision>1</cp:revision>
  <dcterms:created xsi:type="dcterms:W3CDTF">2026-07-17T17:13:04Z</dcterms:created>
  <dcterms:modified xsi:type="dcterms:W3CDTF">2026-07-17T17:13:04Z</dcterms:modified>
</cp:coreProperties>
</file>